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14630400" cy="1051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6C37"/>
    <a:srgbClr val="FFFFFF"/>
    <a:srgbClr val="EDEBE8"/>
    <a:srgbClr val="D5BAA2"/>
    <a:srgbClr val="FAF9FA"/>
    <a:srgbClr val="046C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15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720956"/>
            <a:ext cx="12435840" cy="3660987"/>
          </a:xfrm>
        </p:spPr>
        <p:txBody>
          <a:bodyPr anchor="b"/>
          <a:lstStyle>
            <a:lvl1pPr algn="ctr">
              <a:defRPr sz="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23125"/>
            <a:ext cx="10972800" cy="2538835"/>
          </a:xfrm>
        </p:spPr>
        <p:txBody>
          <a:bodyPr/>
          <a:lstStyle>
            <a:lvl1pPr marL="0" indent="0" algn="ctr">
              <a:buNone/>
              <a:defRPr sz="3680"/>
            </a:lvl1pPr>
            <a:lvl2pPr marL="701025" indent="0" algn="ctr">
              <a:buNone/>
              <a:defRPr sz="3067"/>
            </a:lvl2pPr>
            <a:lvl3pPr marL="1402050" indent="0" algn="ctr">
              <a:buNone/>
              <a:defRPr sz="2760"/>
            </a:lvl3pPr>
            <a:lvl4pPr marL="2103074" indent="0" algn="ctr">
              <a:buNone/>
              <a:defRPr sz="2453"/>
            </a:lvl4pPr>
            <a:lvl5pPr marL="2804099" indent="0" algn="ctr">
              <a:buNone/>
              <a:defRPr sz="2453"/>
            </a:lvl5pPr>
            <a:lvl6pPr marL="3505124" indent="0" algn="ctr">
              <a:buNone/>
              <a:defRPr sz="2453"/>
            </a:lvl6pPr>
            <a:lvl7pPr marL="4206149" indent="0" algn="ctr">
              <a:buNone/>
              <a:defRPr sz="2453"/>
            </a:lvl7pPr>
            <a:lvl8pPr marL="4907173" indent="0" algn="ctr">
              <a:buNone/>
              <a:defRPr sz="2453"/>
            </a:lvl8pPr>
            <a:lvl9pPr marL="5608198" indent="0" algn="ctr">
              <a:buNone/>
              <a:defRPr sz="24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5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8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621600"/>
            <a:ext cx="12618720" cy="4374197"/>
          </a:xfrm>
        </p:spPr>
        <p:txBody>
          <a:bodyPr anchor="b"/>
          <a:lstStyle>
            <a:lvl1pPr>
              <a:defRPr sz="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7037179"/>
            <a:ext cx="12618720" cy="2300287"/>
          </a:xfrm>
        </p:spPr>
        <p:txBody>
          <a:bodyPr/>
          <a:lstStyle>
            <a:lvl1pPr marL="0" indent="0">
              <a:buNone/>
              <a:defRPr sz="3680">
                <a:solidFill>
                  <a:schemeClr val="tx1"/>
                </a:solidFill>
              </a:defRPr>
            </a:lvl1pPr>
            <a:lvl2pPr marL="701025" indent="0">
              <a:buNone/>
              <a:defRPr sz="3067">
                <a:solidFill>
                  <a:schemeClr val="tx1">
                    <a:tint val="75000"/>
                  </a:schemeClr>
                </a:solidFill>
              </a:defRPr>
            </a:lvl2pPr>
            <a:lvl3pPr marL="1402050" indent="0">
              <a:buNone/>
              <a:defRPr sz="2760">
                <a:solidFill>
                  <a:schemeClr val="tx1">
                    <a:tint val="75000"/>
                  </a:schemeClr>
                </a:solidFill>
              </a:defRPr>
            </a:lvl3pPr>
            <a:lvl4pPr marL="2103074" indent="0">
              <a:buNone/>
              <a:defRPr sz="2453">
                <a:solidFill>
                  <a:schemeClr val="tx1">
                    <a:tint val="75000"/>
                  </a:schemeClr>
                </a:solidFill>
              </a:defRPr>
            </a:lvl4pPr>
            <a:lvl5pPr marL="2804099" indent="0">
              <a:buNone/>
              <a:defRPr sz="2453">
                <a:solidFill>
                  <a:schemeClr val="tx1">
                    <a:tint val="75000"/>
                  </a:schemeClr>
                </a:solidFill>
              </a:defRPr>
            </a:lvl5pPr>
            <a:lvl6pPr marL="3505124" indent="0">
              <a:buNone/>
              <a:defRPr sz="2453">
                <a:solidFill>
                  <a:schemeClr val="tx1">
                    <a:tint val="75000"/>
                  </a:schemeClr>
                </a:solidFill>
              </a:defRPr>
            </a:lvl6pPr>
            <a:lvl7pPr marL="4206149" indent="0">
              <a:buNone/>
              <a:defRPr sz="2453">
                <a:solidFill>
                  <a:schemeClr val="tx1">
                    <a:tint val="75000"/>
                  </a:schemeClr>
                </a:solidFill>
              </a:defRPr>
            </a:lvl7pPr>
            <a:lvl8pPr marL="4907173" indent="0">
              <a:buNone/>
              <a:defRPr sz="2453">
                <a:solidFill>
                  <a:schemeClr val="tx1">
                    <a:tint val="75000"/>
                  </a:schemeClr>
                </a:solidFill>
              </a:defRPr>
            </a:lvl8pPr>
            <a:lvl9pPr marL="5608198" indent="0">
              <a:buNone/>
              <a:defRPr sz="24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76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799291"/>
            <a:ext cx="6217920" cy="6672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799291"/>
            <a:ext cx="6217920" cy="6672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1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59861"/>
            <a:ext cx="12618720" cy="20325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2577783"/>
            <a:ext cx="6189344" cy="1263332"/>
          </a:xfrm>
        </p:spPr>
        <p:txBody>
          <a:bodyPr anchor="b"/>
          <a:lstStyle>
            <a:lvl1pPr marL="0" indent="0">
              <a:buNone/>
              <a:defRPr sz="3680" b="1"/>
            </a:lvl1pPr>
            <a:lvl2pPr marL="701025" indent="0">
              <a:buNone/>
              <a:defRPr sz="3067" b="1"/>
            </a:lvl2pPr>
            <a:lvl3pPr marL="1402050" indent="0">
              <a:buNone/>
              <a:defRPr sz="2760" b="1"/>
            </a:lvl3pPr>
            <a:lvl4pPr marL="2103074" indent="0">
              <a:buNone/>
              <a:defRPr sz="2453" b="1"/>
            </a:lvl4pPr>
            <a:lvl5pPr marL="2804099" indent="0">
              <a:buNone/>
              <a:defRPr sz="2453" b="1"/>
            </a:lvl5pPr>
            <a:lvl6pPr marL="3505124" indent="0">
              <a:buNone/>
              <a:defRPr sz="2453" b="1"/>
            </a:lvl6pPr>
            <a:lvl7pPr marL="4206149" indent="0">
              <a:buNone/>
              <a:defRPr sz="2453" b="1"/>
            </a:lvl7pPr>
            <a:lvl8pPr marL="4907173" indent="0">
              <a:buNone/>
              <a:defRPr sz="2453" b="1"/>
            </a:lvl8pPr>
            <a:lvl9pPr marL="5608198" indent="0">
              <a:buNone/>
              <a:defRPr sz="24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3841115"/>
            <a:ext cx="6189344" cy="56497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577783"/>
            <a:ext cx="6219826" cy="1263332"/>
          </a:xfrm>
        </p:spPr>
        <p:txBody>
          <a:bodyPr anchor="b"/>
          <a:lstStyle>
            <a:lvl1pPr marL="0" indent="0">
              <a:buNone/>
              <a:defRPr sz="3680" b="1"/>
            </a:lvl1pPr>
            <a:lvl2pPr marL="701025" indent="0">
              <a:buNone/>
              <a:defRPr sz="3067" b="1"/>
            </a:lvl2pPr>
            <a:lvl3pPr marL="1402050" indent="0">
              <a:buNone/>
              <a:defRPr sz="2760" b="1"/>
            </a:lvl3pPr>
            <a:lvl4pPr marL="2103074" indent="0">
              <a:buNone/>
              <a:defRPr sz="2453" b="1"/>
            </a:lvl4pPr>
            <a:lvl5pPr marL="2804099" indent="0">
              <a:buNone/>
              <a:defRPr sz="2453" b="1"/>
            </a:lvl5pPr>
            <a:lvl6pPr marL="3505124" indent="0">
              <a:buNone/>
              <a:defRPr sz="2453" b="1"/>
            </a:lvl6pPr>
            <a:lvl7pPr marL="4206149" indent="0">
              <a:buNone/>
              <a:defRPr sz="2453" b="1"/>
            </a:lvl7pPr>
            <a:lvl8pPr marL="4907173" indent="0">
              <a:buNone/>
              <a:defRPr sz="2453" b="1"/>
            </a:lvl8pPr>
            <a:lvl9pPr marL="5608198" indent="0">
              <a:buNone/>
              <a:defRPr sz="24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3841115"/>
            <a:ext cx="6219826" cy="56497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4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0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1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01040"/>
            <a:ext cx="4718685" cy="2453640"/>
          </a:xfrm>
        </p:spPr>
        <p:txBody>
          <a:bodyPr anchor="b"/>
          <a:lstStyle>
            <a:lvl1pPr>
              <a:defRPr sz="49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514054"/>
            <a:ext cx="7406640" cy="7472892"/>
          </a:xfrm>
        </p:spPr>
        <p:txBody>
          <a:bodyPr/>
          <a:lstStyle>
            <a:lvl1pPr>
              <a:defRPr sz="4907"/>
            </a:lvl1pPr>
            <a:lvl2pPr>
              <a:defRPr sz="4293"/>
            </a:lvl2pPr>
            <a:lvl3pPr>
              <a:defRPr sz="3680"/>
            </a:lvl3pPr>
            <a:lvl4pPr>
              <a:defRPr sz="3067"/>
            </a:lvl4pPr>
            <a:lvl5pPr>
              <a:defRPr sz="3067"/>
            </a:lvl5pPr>
            <a:lvl6pPr>
              <a:defRPr sz="3067"/>
            </a:lvl6pPr>
            <a:lvl7pPr>
              <a:defRPr sz="3067"/>
            </a:lvl7pPr>
            <a:lvl8pPr>
              <a:defRPr sz="3067"/>
            </a:lvl8pPr>
            <a:lvl9pPr>
              <a:defRPr sz="3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154680"/>
            <a:ext cx="4718685" cy="5844435"/>
          </a:xfrm>
        </p:spPr>
        <p:txBody>
          <a:bodyPr/>
          <a:lstStyle>
            <a:lvl1pPr marL="0" indent="0">
              <a:buNone/>
              <a:defRPr sz="2453"/>
            </a:lvl1pPr>
            <a:lvl2pPr marL="701025" indent="0">
              <a:buNone/>
              <a:defRPr sz="2147"/>
            </a:lvl2pPr>
            <a:lvl3pPr marL="1402050" indent="0">
              <a:buNone/>
              <a:defRPr sz="1840"/>
            </a:lvl3pPr>
            <a:lvl4pPr marL="2103074" indent="0">
              <a:buNone/>
              <a:defRPr sz="1533"/>
            </a:lvl4pPr>
            <a:lvl5pPr marL="2804099" indent="0">
              <a:buNone/>
              <a:defRPr sz="1533"/>
            </a:lvl5pPr>
            <a:lvl6pPr marL="3505124" indent="0">
              <a:buNone/>
              <a:defRPr sz="1533"/>
            </a:lvl6pPr>
            <a:lvl7pPr marL="4206149" indent="0">
              <a:buNone/>
              <a:defRPr sz="1533"/>
            </a:lvl7pPr>
            <a:lvl8pPr marL="4907173" indent="0">
              <a:buNone/>
              <a:defRPr sz="1533"/>
            </a:lvl8pPr>
            <a:lvl9pPr marL="5608198" indent="0">
              <a:buNone/>
              <a:defRPr sz="1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67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01040"/>
            <a:ext cx="4718685" cy="2453640"/>
          </a:xfrm>
        </p:spPr>
        <p:txBody>
          <a:bodyPr anchor="b"/>
          <a:lstStyle>
            <a:lvl1pPr>
              <a:defRPr sz="49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514054"/>
            <a:ext cx="7406640" cy="7472892"/>
          </a:xfrm>
        </p:spPr>
        <p:txBody>
          <a:bodyPr anchor="t"/>
          <a:lstStyle>
            <a:lvl1pPr marL="0" indent="0">
              <a:buNone/>
              <a:defRPr sz="4907"/>
            </a:lvl1pPr>
            <a:lvl2pPr marL="701025" indent="0">
              <a:buNone/>
              <a:defRPr sz="4293"/>
            </a:lvl2pPr>
            <a:lvl3pPr marL="1402050" indent="0">
              <a:buNone/>
              <a:defRPr sz="3680"/>
            </a:lvl3pPr>
            <a:lvl4pPr marL="2103074" indent="0">
              <a:buNone/>
              <a:defRPr sz="3067"/>
            </a:lvl4pPr>
            <a:lvl5pPr marL="2804099" indent="0">
              <a:buNone/>
              <a:defRPr sz="3067"/>
            </a:lvl5pPr>
            <a:lvl6pPr marL="3505124" indent="0">
              <a:buNone/>
              <a:defRPr sz="3067"/>
            </a:lvl6pPr>
            <a:lvl7pPr marL="4206149" indent="0">
              <a:buNone/>
              <a:defRPr sz="3067"/>
            </a:lvl7pPr>
            <a:lvl8pPr marL="4907173" indent="0">
              <a:buNone/>
              <a:defRPr sz="3067"/>
            </a:lvl8pPr>
            <a:lvl9pPr marL="5608198" indent="0">
              <a:buNone/>
              <a:defRPr sz="3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154680"/>
            <a:ext cx="4718685" cy="5844435"/>
          </a:xfrm>
        </p:spPr>
        <p:txBody>
          <a:bodyPr/>
          <a:lstStyle>
            <a:lvl1pPr marL="0" indent="0">
              <a:buNone/>
              <a:defRPr sz="2453"/>
            </a:lvl1pPr>
            <a:lvl2pPr marL="701025" indent="0">
              <a:buNone/>
              <a:defRPr sz="2147"/>
            </a:lvl2pPr>
            <a:lvl3pPr marL="1402050" indent="0">
              <a:buNone/>
              <a:defRPr sz="1840"/>
            </a:lvl3pPr>
            <a:lvl4pPr marL="2103074" indent="0">
              <a:buNone/>
              <a:defRPr sz="1533"/>
            </a:lvl4pPr>
            <a:lvl5pPr marL="2804099" indent="0">
              <a:buNone/>
              <a:defRPr sz="1533"/>
            </a:lvl5pPr>
            <a:lvl6pPr marL="3505124" indent="0">
              <a:buNone/>
              <a:defRPr sz="1533"/>
            </a:lvl6pPr>
            <a:lvl7pPr marL="4206149" indent="0">
              <a:buNone/>
              <a:defRPr sz="1533"/>
            </a:lvl7pPr>
            <a:lvl8pPr marL="4907173" indent="0">
              <a:buNone/>
              <a:defRPr sz="1533"/>
            </a:lvl8pPr>
            <a:lvl9pPr marL="5608198" indent="0">
              <a:buNone/>
              <a:defRPr sz="1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3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1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559858"/>
            <a:ext cx="3154680" cy="89114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559858"/>
            <a:ext cx="9281160" cy="89114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71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559861"/>
            <a:ext cx="12618720" cy="2032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799291"/>
            <a:ext cx="12618720" cy="6672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9746406"/>
            <a:ext cx="3291840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C2752-DC48-46F2-B2AF-B75D936B3FD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9746406"/>
            <a:ext cx="4937760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9746406"/>
            <a:ext cx="3291840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5F27-96E8-4B84-A230-26D62074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6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02050" rtl="0" eaLnBrk="1" latinLnBrk="0" hangingPunct="1">
        <a:lnSpc>
          <a:spcPct val="90000"/>
        </a:lnSpc>
        <a:spcBef>
          <a:spcPct val="0"/>
        </a:spcBef>
        <a:buNone/>
        <a:defRPr sz="67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0512" indent="-350512" algn="l" defTabSz="1402050" rtl="0" eaLnBrk="1" latinLnBrk="0" hangingPunct="1">
        <a:lnSpc>
          <a:spcPct val="90000"/>
        </a:lnSpc>
        <a:spcBef>
          <a:spcPts val="1533"/>
        </a:spcBef>
        <a:buFont typeface="Arial" panose="020B0604020202020204" pitchFamily="34" charset="0"/>
        <a:buChar char="•"/>
        <a:defRPr sz="4293" kern="1200">
          <a:solidFill>
            <a:schemeClr val="tx1"/>
          </a:solidFill>
          <a:latin typeface="+mn-lt"/>
          <a:ea typeface="+mn-ea"/>
          <a:cs typeface="+mn-cs"/>
        </a:defRPr>
      </a:lvl1pPr>
      <a:lvl2pPr marL="1051537" indent="-350512" algn="l" defTabSz="1402050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3680" kern="1200">
          <a:solidFill>
            <a:schemeClr val="tx1"/>
          </a:solidFill>
          <a:latin typeface="+mn-lt"/>
          <a:ea typeface="+mn-ea"/>
          <a:cs typeface="+mn-cs"/>
        </a:defRPr>
      </a:lvl2pPr>
      <a:lvl3pPr marL="1752562" indent="-350512" algn="l" defTabSz="1402050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3067" kern="1200">
          <a:solidFill>
            <a:schemeClr val="tx1"/>
          </a:solidFill>
          <a:latin typeface="+mn-lt"/>
          <a:ea typeface="+mn-ea"/>
          <a:cs typeface="+mn-cs"/>
        </a:defRPr>
      </a:lvl3pPr>
      <a:lvl4pPr marL="2453587" indent="-350512" algn="l" defTabSz="1402050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4pPr>
      <a:lvl5pPr marL="3154611" indent="-350512" algn="l" defTabSz="1402050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5pPr>
      <a:lvl6pPr marL="3855636" indent="-350512" algn="l" defTabSz="1402050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6pPr>
      <a:lvl7pPr marL="4556661" indent="-350512" algn="l" defTabSz="1402050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7pPr>
      <a:lvl8pPr marL="5257686" indent="-350512" algn="l" defTabSz="1402050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8pPr>
      <a:lvl9pPr marL="5958710" indent="-350512" algn="l" defTabSz="1402050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02050" rtl="0" eaLnBrk="1" latinLnBrk="0" hangingPunct="1">
        <a:defRPr sz="2760" kern="1200">
          <a:solidFill>
            <a:schemeClr val="tx1"/>
          </a:solidFill>
          <a:latin typeface="+mn-lt"/>
          <a:ea typeface="+mn-ea"/>
          <a:cs typeface="+mn-cs"/>
        </a:defRPr>
      </a:lvl1pPr>
      <a:lvl2pPr marL="701025" algn="l" defTabSz="1402050" rtl="0" eaLnBrk="1" latinLnBrk="0" hangingPunct="1">
        <a:defRPr sz="2760" kern="1200">
          <a:solidFill>
            <a:schemeClr val="tx1"/>
          </a:solidFill>
          <a:latin typeface="+mn-lt"/>
          <a:ea typeface="+mn-ea"/>
          <a:cs typeface="+mn-cs"/>
        </a:defRPr>
      </a:lvl2pPr>
      <a:lvl3pPr marL="1402050" algn="l" defTabSz="1402050" rtl="0" eaLnBrk="1" latinLnBrk="0" hangingPunct="1">
        <a:defRPr sz="2760" kern="1200">
          <a:solidFill>
            <a:schemeClr val="tx1"/>
          </a:solidFill>
          <a:latin typeface="+mn-lt"/>
          <a:ea typeface="+mn-ea"/>
          <a:cs typeface="+mn-cs"/>
        </a:defRPr>
      </a:lvl3pPr>
      <a:lvl4pPr marL="2103074" algn="l" defTabSz="1402050" rtl="0" eaLnBrk="1" latinLnBrk="0" hangingPunct="1">
        <a:defRPr sz="2760" kern="1200">
          <a:solidFill>
            <a:schemeClr val="tx1"/>
          </a:solidFill>
          <a:latin typeface="+mn-lt"/>
          <a:ea typeface="+mn-ea"/>
          <a:cs typeface="+mn-cs"/>
        </a:defRPr>
      </a:lvl4pPr>
      <a:lvl5pPr marL="2804099" algn="l" defTabSz="1402050" rtl="0" eaLnBrk="1" latinLnBrk="0" hangingPunct="1">
        <a:defRPr sz="2760" kern="1200">
          <a:solidFill>
            <a:schemeClr val="tx1"/>
          </a:solidFill>
          <a:latin typeface="+mn-lt"/>
          <a:ea typeface="+mn-ea"/>
          <a:cs typeface="+mn-cs"/>
        </a:defRPr>
      </a:lvl5pPr>
      <a:lvl6pPr marL="3505124" algn="l" defTabSz="1402050" rtl="0" eaLnBrk="1" latinLnBrk="0" hangingPunct="1">
        <a:defRPr sz="2760" kern="1200">
          <a:solidFill>
            <a:schemeClr val="tx1"/>
          </a:solidFill>
          <a:latin typeface="+mn-lt"/>
          <a:ea typeface="+mn-ea"/>
          <a:cs typeface="+mn-cs"/>
        </a:defRPr>
      </a:lvl6pPr>
      <a:lvl7pPr marL="4206149" algn="l" defTabSz="1402050" rtl="0" eaLnBrk="1" latinLnBrk="0" hangingPunct="1">
        <a:defRPr sz="2760" kern="1200">
          <a:solidFill>
            <a:schemeClr val="tx1"/>
          </a:solidFill>
          <a:latin typeface="+mn-lt"/>
          <a:ea typeface="+mn-ea"/>
          <a:cs typeface="+mn-cs"/>
        </a:defRPr>
      </a:lvl7pPr>
      <a:lvl8pPr marL="4907173" algn="l" defTabSz="1402050" rtl="0" eaLnBrk="1" latinLnBrk="0" hangingPunct="1">
        <a:defRPr sz="2760" kern="1200">
          <a:solidFill>
            <a:schemeClr val="tx1"/>
          </a:solidFill>
          <a:latin typeface="+mn-lt"/>
          <a:ea typeface="+mn-ea"/>
          <a:cs typeface="+mn-cs"/>
        </a:defRPr>
      </a:lvl8pPr>
      <a:lvl9pPr marL="5608198" algn="l" defTabSz="1402050" rtl="0" eaLnBrk="1" latinLnBrk="0" hangingPunct="1">
        <a:defRPr sz="2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2A6CC1A-35BB-7370-EFDA-ED106B117C28}"/>
              </a:ext>
            </a:extLst>
          </p:cNvPr>
          <p:cNvGrpSpPr/>
          <p:nvPr/>
        </p:nvGrpSpPr>
        <p:grpSpPr>
          <a:xfrm>
            <a:off x="0" y="0"/>
            <a:ext cx="14630400" cy="10515600"/>
            <a:chOff x="0" y="0"/>
            <a:chExt cx="13716000" cy="9144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2FE3EB-13CD-CD44-DFD3-4FAF33B1B438}"/>
                </a:ext>
              </a:extLst>
            </p:cNvPr>
            <p:cNvGrpSpPr/>
            <p:nvPr/>
          </p:nvGrpSpPr>
          <p:grpSpPr>
            <a:xfrm>
              <a:off x="0" y="0"/>
              <a:ext cx="13716000" cy="9144000"/>
              <a:chOff x="0" y="0"/>
              <a:chExt cx="13716000" cy="914400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8A28DF3-4249-F0D1-9E82-EBD36DDF9322}"/>
                  </a:ext>
                </a:extLst>
              </p:cNvPr>
              <p:cNvSpPr/>
              <p:nvPr/>
            </p:nvSpPr>
            <p:spPr>
              <a:xfrm>
                <a:off x="0" y="0"/>
                <a:ext cx="13716000" cy="9144000"/>
              </a:xfrm>
              <a:prstGeom prst="rect">
                <a:avLst/>
              </a:prstGeom>
              <a:solidFill>
                <a:srgbClr val="EDEB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EDEBE8"/>
                  </a:solidFill>
                </a:endParaRP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33576C-43E6-35E1-4786-E2904DC15190}"/>
                  </a:ext>
                </a:extLst>
              </p:cNvPr>
              <p:cNvSpPr/>
              <p:nvPr/>
            </p:nvSpPr>
            <p:spPr>
              <a:xfrm>
                <a:off x="0" y="7588155"/>
                <a:ext cx="13716000" cy="1555845"/>
              </a:xfrm>
              <a:prstGeom prst="rect">
                <a:avLst/>
              </a:prstGeom>
              <a:solidFill>
                <a:srgbClr val="D5BAA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EDEBE8"/>
                  </a:solidFill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77E406D-183F-6584-80C5-2BA9BA0FBE60}"/>
                </a:ext>
              </a:extLst>
            </p:cNvPr>
            <p:cNvSpPr/>
            <p:nvPr/>
          </p:nvSpPr>
          <p:spPr>
            <a:xfrm>
              <a:off x="430691" y="485370"/>
              <a:ext cx="12854618" cy="8173260"/>
            </a:xfrm>
            <a:prstGeom prst="rect">
              <a:avLst/>
            </a:prstGeom>
            <a:solidFill>
              <a:srgbClr val="FAF9FA"/>
            </a:solidFill>
            <a:ln w="38100">
              <a:solidFill>
                <a:srgbClr val="D5BAA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DEBE8"/>
                </a:solidFill>
              </a:endParaRP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5F55EA-94FC-2CC7-A557-5D814DA8BC6B}"/>
              </a:ext>
            </a:extLst>
          </p:cNvPr>
          <p:cNvSpPr/>
          <p:nvPr/>
        </p:nvSpPr>
        <p:spPr>
          <a:xfrm>
            <a:off x="633250" y="1917539"/>
            <a:ext cx="2592689" cy="1491723"/>
          </a:xfrm>
          <a:prstGeom prst="roundRect">
            <a:avLst>
              <a:gd name="adj" fmla="val 19697"/>
            </a:avLst>
          </a:prstGeom>
          <a:solidFill>
            <a:srgbClr val="EDE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C95F88-FAFF-8ED7-14BC-AF66427188F1}"/>
              </a:ext>
            </a:extLst>
          </p:cNvPr>
          <p:cNvSpPr/>
          <p:nvPr/>
        </p:nvSpPr>
        <p:spPr>
          <a:xfrm>
            <a:off x="10555410" y="6854304"/>
            <a:ext cx="3480542" cy="2949565"/>
          </a:xfrm>
          <a:prstGeom prst="roundRect">
            <a:avLst>
              <a:gd name="adj" fmla="val 4267"/>
            </a:avLst>
          </a:prstGeom>
          <a:solidFill>
            <a:schemeClr val="bg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5ED54A-1D95-F3CB-7BAB-D08CCE09492A}"/>
              </a:ext>
            </a:extLst>
          </p:cNvPr>
          <p:cNvSpPr/>
          <p:nvPr/>
        </p:nvSpPr>
        <p:spPr>
          <a:xfrm>
            <a:off x="10555410" y="3599866"/>
            <a:ext cx="3480542" cy="3055160"/>
          </a:xfrm>
          <a:prstGeom prst="roundRect">
            <a:avLst>
              <a:gd name="adj" fmla="val 4267"/>
            </a:avLst>
          </a:prstGeom>
          <a:solidFill>
            <a:schemeClr val="bg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F98C3C-DD94-7370-3E8B-F241BD5E2371}"/>
              </a:ext>
            </a:extLst>
          </p:cNvPr>
          <p:cNvSpPr/>
          <p:nvPr/>
        </p:nvSpPr>
        <p:spPr>
          <a:xfrm>
            <a:off x="633250" y="3599867"/>
            <a:ext cx="9771439" cy="3055160"/>
          </a:xfrm>
          <a:prstGeom prst="roundRect">
            <a:avLst>
              <a:gd name="adj" fmla="val 4267"/>
            </a:avLst>
          </a:prstGeom>
          <a:solidFill>
            <a:schemeClr val="bg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986F555-A338-9180-7871-088062CA9075}"/>
              </a:ext>
            </a:extLst>
          </p:cNvPr>
          <p:cNvSpPr/>
          <p:nvPr/>
        </p:nvSpPr>
        <p:spPr>
          <a:xfrm>
            <a:off x="633251" y="6854303"/>
            <a:ext cx="4810360" cy="2949565"/>
          </a:xfrm>
          <a:prstGeom prst="roundRect">
            <a:avLst>
              <a:gd name="adj" fmla="val 4267"/>
            </a:avLst>
          </a:prstGeom>
          <a:solidFill>
            <a:schemeClr val="bg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F97380-5429-6903-3281-3549784EBA19}"/>
              </a:ext>
            </a:extLst>
          </p:cNvPr>
          <p:cNvSpPr/>
          <p:nvPr/>
        </p:nvSpPr>
        <p:spPr>
          <a:xfrm>
            <a:off x="5594330" y="6854303"/>
            <a:ext cx="4810360" cy="2949565"/>
          </a:xfrm>
          <a:prstGeom prst="roundRect">
            <a:avLst>
              <a:gd name="adj" fmla="val 4267"/>
            </a:avLst>
          </a:prstGeom>
          <a:solidFill>
            <a:schemeClr val="bg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0DF86D4-F92D-14F4-DB38-391EE155B65D}"/>
              </a:ext>
            </a:extLst>
          </p:cNvPr>
          <p:cNvSpPr/>
          <p:nvPr/>
        </p:nvSpPr>
        <p:spPr>
          <a:xfrm>
            <a:off x="3335753" y="1908868"/>
            <a:ext cx="2592689" cy="1491723"/>
          </a:xfrm>
          <a:prstGeom prst="roundRect">
            <a:avLst>
              <a:gd name="adj" fmla="val 19697"/>
            </a:avLst>
          </a:prstGeom>
          <a:solidFill>
            <a:srgbClr val="EDE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0DA8286-42B5-05BF-13E9-D8CC6270BC42}"/>
              </a:ext>
            </a:extLst>
          </p:cNvPr>
          <p:cNvSpPr/>
          <p:nvPr/>
        </p:nvSpPr>
        <p:spPr>
          <a:xfrm>
            <a:off x="6038256" y="1891525"/>
            <a:ext cx="2592689" cy="1491723"/>
          </a:xfrm>
          <a:prstGeom prst="roundRect">
            <a:avLst>
              <a:gd name="adj" fmla="val 19697"/>
            </a:avLst>
          </a:prstGeom>
          <a:solidFill>
            <a:srgbClr val="EDE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3DEEC53-96F2-86CA-6BD9-A4D47ACE8417}"/>
              </a:ext>
            </a:extLst>
          </p:cNvPr>
          <p:cNvSpPr/>
          <p:nvPr/>
        </p:nvSpPr>
        <p:spPr>
          <a:xfrm>
            <a:off x="8740759" y="1891525"/>
            <a:ext cx="2592689" cy="1491723"/>
          </a:xfrm>
          <a:prstGeom prst="roundRect">
            <a:avLst>
              <a:gd name="adj" fmla="val 19697"/>
            </a:avLst>
          </a:prstGeom>
          <a:solidFill>
            <a:srgbClr val="EDE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E317F77-B1C0-D462-EDF7-5A0AA1234E37}"/>
              </a:ext>
            </a:extLst>
          </p:cNvPr>
          <p:cNvSpPr/>
          <p:nvPr/>
        </p:nvSpPr>
        <p:spPr>
          <a:xfrm>
            <a:off x="11443263" y="1905265"/>
            <a:ext cx="2592689" cy="1491723"/>
          </a:xfrm>
          <a:prstGeom prst="roundRect">
            <a:avLst>
              <a:gd name="adj" fmla="val 19697"/>
            </a:avLst>
          </a:prstGeom>
          <a:solidFill>
            <a:srgbClr val="EDE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1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898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Chukwuemeka Onyekaodiri</dc:creator>
  <cp:lastModifiedBy>Chukwuemeka Onyekaodiri</cp:lastModifiedBy>
  <cp:revision>5</cp:revision>
  <dcterms:created xsi:type="dcterms:W3CDTF">2026-07-27T18:01:24Z</dcterms:created>
  <dcterms:modified xsi:type="dcterms:W3CDTF">2026-07-28T17:23:01Z</dcterms:modified>
</cp:coreProperties>
</file>